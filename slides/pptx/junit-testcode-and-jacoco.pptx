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IM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iuto\Documents\New project\slides\png\junit-testcode-and-jacoco\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Code Quality Seminar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junit-testcode-and-jacoco</dc:title>
  <dc:subject>junit-testcode-and-jacoco</dc:subject>
  <dc:creator>Code Quality Seminar</dc:creator>
  <cp:lastModifiedBy>Code Quality Seminar</cp:lastModifiedBy>
  <cp:revision>1</cp:revision>
  <dcterms:created xsi:type="dcterms:W3CDTF">2026-06-24T16:38:48Z</dcterms:created>
  <dcterms:modified xsi:type="dcterms:W3CDTF">2026-06-24T16:38:48Z</dcterms:modified>
</cp:coreProperties>
</file>